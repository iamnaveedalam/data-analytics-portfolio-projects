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791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0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90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54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10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84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3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22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43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31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130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Customer Shopping Behaviour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Analysis Project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Background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4692" y="2048258"/>
            <a:ext cx="6245352" cy="1335022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1800"/>
            </a:pPr>
            <a:r>
              <a:rPr dirty="0"/>
              <a:t>• </a:t>
            </a:r>
            <a:r>
              <a:rPr dirty="0" smtClean="0"/>
              <a:t>Analyze </a:t>
            </a:r>
            <a:r>
              <a:rPr dirty="0"/>
              <a:t>customer shopping </a:t>
            </a:r>
            <a:r>
              <a:rPr dirty="0" err="1"/>
              <a:t>behaviour</a:t>
            </a:r>
            <a:r>
              <a:rPr dirty="0"/>
              <a:t> using transactional data</a:t>
            </a:r>
          </a:p>
          <a:p>
            <a:pPr marL="0" indent="0">
              <a:buNone/>
              <a:defRPr sz="1800"/>
            </a:pPr>
            <a:r>
              <a:rPr dirty="0" smtClean="0"/>
              <a:t>• </a:t>
            </a:r>
            <a:r>
              <a:rPr dirty="0"/>
              <a:t>Identify patterns in spending, product preferences and buying habits</a:t>
            </a:r>
          </a:p>
          <a:p>
            <a:pPr marL="0" indent="0">
              <a:buNone/>
              <a:defRPr sz="1800"/>
            </a:pPr>
            <a:r>
              <a:rPr dirty="0" smtClean="0"/>
              <a:t>• Support </a:t>
            </a:r>
            <a:r>
              <a:rPr dirty="0"/>
              <a:t>business strategies through customer insights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011684"/>
            <a:ext cx="7744968" cy="17190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 sz="1800"/>
            </a:pPr>
            <a:r>
              <a:rPr dirty="0"/>
              <a:t>• Dataset contains customer transaction information</a:t>
            </a:r>
          </a:p>
          <a:p>
            <a:pPr marL="0" indent="0">
              <a:buNone/>
              <a:defRPr sz="1800"/>
            </a:pPr>
            <a:r>
              <a:rPr dirty="0"/>
              <a:t>• Rows: 3,900</a:t>
            </a:r>
          </a:p>
          <a:p>
            <a:pPr marL="0" indent="0">
              <a:buNone/>
              <a:defRPr sz="1800"/>
            </a:pPr>
            <a:r>
              <a:rPr dirty="0"/>
              <a:t>• Columns: 18</a:t>
            </a:r>
          </a:p>
          <a:p>
            <a:pPr marL="0" indent="0">
              <a:buNone/>
              <a:defRPr sz="1800"/>
            </a:pPr>
            <a:r>
              <a:rPr dirty="0"/>
              <a:t>• Includes demographics, products, spending, discounts, reviews and shipping preferences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938529"/>
            <a:ext cx="6766560" cy="15270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 sz="1800"/>
            </a:pPr>
            <a:r>
              <a:rPr dirty="0"/>
              <a:t>• Checked dataset structure and consistency</a:t>
            </a:r>
          </a:p>
          <a:p>
            <a:pPr marL="0" indent="0">
              <a:buNone/>
              <a:defRPr sz="1800"/>
            </a:pPr>
            <a:r>
              <a:rPr dirty="0"/>
              <a:t>• Handled missing values in review ratings</a:t>
            </a:r>
          </a:p>
          <a:p>
            <a:pPr marL="0" indent="0">
              <a:buNone/>
              <a:defRPr sz="1800"/>
            </a:pPr>
            <a:r>
              <a:rPr dirty="0"/>
              <a:t>• Improved column names</a:t>
            </a:r>
          </a:p>
          <a:p>
            <a:pPr marL="0" indent="0">
              <a:buNone/>
              <a:defRPr sz="1800"/>
            </a:pPr>
            <a:r>
              <a:rPr dirty="0"/>
              <a:t>• Created new features such as age groups and purchasing frequency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Customer Behaviour Analysis Using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029970"/>
            <a:ext cx="5079492" cy="20939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 sz="1800"/>
            </a:pPr>
            <a:r>
              <a:rPr b="1" dirty="0"/>
              <a:t>Business questions </a:t>
            </a:r>
            <a:r>
              <a:rPr b="1" dirty="0" smtClean="0"/>
              <a:t>analyzed:</a:t>
            </a:r>
            <a:endParaRPr b="1" dirty="0"/>
          </a:p>
          <a:p>
            <a:pPr marL="0" indent="0">
              <a:buNone/>
              <a:defRPr sz="1800"/>
            </a:pPr>
            <a:r>
              <a:rPr dirty="0"/>
              <a:t>• Revenue contribution by customer groups</a:t>
            </a:r>
          </a:p>
          <a:p>
            <a:pPr marL="0" indent="0">
              <a:buNone/>
              <a:defRPr sz="1800"/>
            </a:pPr>
            <a:r>
              <a:rPr dirty="0"/>
              <a:t>• Discount usage and spending </a:t>
            </a:r>
            <a:r>
              <a:rPr dirty="0" smtClean="0"/>
              <a:t>behavior</a:t>
            </a:r>
            <a:endParaRPr dirty="0"/>
          </a:p>
          <a:p>
            <a:pPr marL="0" indent="0">
              <a:buNone/>
              <a:defRPr sz="1800"/>
            </a:pPr>
            <a:r>
              <a:rPr dirty="0"/>
              <a:t>• Product ratings performance</a:t>
            </a:r>
          </a:p>
          <a:p>
            <a:pPr marL="0" indent="0">
              <a:buNone/>
              <a:defRPr sz="1800"/>
            </a:pPr>
            <a:r>
              <a:rPr dirty="0"/>
              <a:t>• Shipping method comparison</a:t>
            </a:r>
          </a:p>
          <a:p>
            <a:pPr marL="0" indent="0">
              <a:buNone/>
              <a:defRPr sz="1800"/>
            </a:pPr>
            <a:r>
              <a:rPr dirty="0"/>
              <a:t>• Subscriber vs non-subscriber spending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084833"/>
            <a:ext cx="6620256" cy="1636776"/>
          </a:xfrm>
        </p:spPr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dirty="0"/>
              <a:t>• Revenue comparison between male and female customers</a:t>
            </a:r>
          </a:p>
          <a:p>
            <a:pPr marL="0" indent="0">
              <a:buNone/>
              <a:defRPr sz="1800"/>
            </a:pPr>
            <a:r>
              <a:rPr dirty="0"/>
              <a:t>• Identified customers using discounts with above-average spending</a:t>
            </a:r>
          </a:p>
          <a:p>
            <a:pPr marL="0" indent="0">
              <a:buNone/>
              <a:defRPr sz="1800"/>
            </a:pPr>
            <a:r>
              <a:rPr dirty="0"/>
              <a:t>• Found top products based on average review ratings</a:t>
            </a:r>
          </a:p>
          <a:p>
            <a:pPr marL="0" indent="0">
              <a:buNone/>
              <a:defRPr sz="1800"/>
            </a:pPr>
            <a:r>
              <a:rPr dirty="0"/>
              <a:t>• Compared Standard and Express shipping purchase amounts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&amp; Customer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204023"/>
            <a:ext cx="6291072" cy="1572768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1800"/>
            </a:pPr>
            <a:r>
              <a:rPr dirty="0"/>
              <a:t>• Identified products with highest discount usage</a:t>
            </a:r>
          </a:p>
          <a:p>
            <a:pPr marL="0" indent="0">
              <a:buNone/>
              <a:defRPr sz="1800"/>
            </a:pPr>
            <a:r>
              <a:rPr dirty="0"/>
              <a:t>• Segmented customers into New, Returning and Loyal groups</a:t>
            </a:r>
          </a:p>
          <a:p>
            <a:pPr marL="0" indent="0">
              <a:buNone/>
              <a:defRPr sz="1800"/>
            </a:pPr>
            <a:r>
              <a:rPr dirty="0"/>
              <a:t>• </a:t>
            </a:r>
            <a:r>
              <a:rPr dirty="0" smtClean="0"/>
              <a:t>Analyzed </a:t>
            </a:r>
            <a:r>
              <a:rPr dirty="0"/>
              <a:t>most purchased products within categories</a:t>
            </a:r>
          </a:p>
          <a:p>
            <a:pPr marL="0" indent="0">
              <a:buNone/>
              <a:defRPr sz="1800"/>
            </a:pPr>
            <a:r>
              <a:rPr dirty="0"/>
              <a:t>• Studied repeat buyers and subscription patterns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039113"/>
            <a:ext cx="5984748" cy="2157984"/>
          </a:xfrm>
        </p:spPr>
        <p:txBody>
          <a:bodyPr>
            <a:noAutofit/>
          </a:bodyPr>
          <a:lstStyle/>
          <a:p>
            <a:pPr marL="0" indent="0">
              <a:buNone/>
              <a:defRPr sz="1800"/>
            </a:pPr>
            <a:r>
              <a:rPr sz="1800" dirty="0"/>
              <a:t>Customers were classified based on purchasing </a:t>
            </a:r>
            <a:r>
              <a:rPr sz="1800" dirty="0" err="1"/>
              <a:t>behaviour</a:t>
            </a:r>
            <a:r>
              <a:rPr sz="1800" dirty="0" smtClean="0"/>
              <a:t>:</a:t>
            </a:r>
            <a:endParaRPr sz="1800" dirty="0"/>
          </a:p>
          <a:p>
            <a:pPr marL="0" indent="0">
              <a:buNone/>
              <a:defRPr sz="1800"/>
            </a:pPr>
            <a:r>
              <a:rPr sz="1800" dirty="0"/>
              <a:t>• New customers</a:t>
            </a:r>
          </a:p>
          <a:p>
            <a:pPr marL="0" indent="0">
              <a:buNone/>
              <a:defRPr sz="1800"/>
            </a:pPr>
            <a:r>
              <a:rPr sz="1800" dirty="0"/>
              <a:t>• Returning customers</a:t>
            </a:r>
          </a:p>
          <a:p>
            <a:pPr marL="0" indent="0">
              <a:buNone/>
              <a:defRPr sz="1800"/>
            </a:pPr>
            <a:r>
              <a:rPr sz="1800" dirty="0"/>
              <a:t>• Loyal </a:t>
            </a:r>
            <a:r>
              <a:rPr sz="1800" dirty="0" smtClean="0"/>
              <a:t>customers</a:t>
            </a:r>
            <a:endParaRPr sz="1800" dirty="0"/>
          </a:p>
          <a:p>
            <a:pPr marL="0" indent="0">
              <a:buNone/>
              <a:defRPr sz="1800"/>
            </a:pPr>
            <a:r>
              <a:rPr sz="1800" dirty="0"/>
              <a:t>Helps create targeted marketing strategies.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231137"/>
            <a:ext cx="8229600" cy="1161288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dirty="0"/>
              <a:t>• Created an interactive dashboard for stakeholders</a:t>
            </a:r>
          </a:p>
          <a:p>
            <a:pPr marL="0" indent="0">
              <a:buNone/>
              <a:defRPr sz="1800"/>
            </a:pPr>
            <a:r>
              <a:rPr dirty="0"/>
              <a:t>• </a:t>
            </a:r>
            <a:r>
              <a:rPr dirty="0" smtClean="0"/>
              <a:t>Visualized </a:t>
            </a:r>
            <a:r>
              <a:rPr dirty="0"/>
              <a:t>customer numbers, purchase amounts, ratings, revenue </a:t>
            </a:r>
            <a:r>
              <a:rPr dirty="0" smtClean="0"/>
              <a:t>trends,</a:t>
            </a:r>
            <a:r>
              <a:rPr lang="en-US" dirty="0" smtClean="0"/>
              <a:t> </a:t>
            </a:r>
            <a:r>
              <a:rPr dirty="0" smtClean="0"/>
              <a:t>product </a:t>
            </a:r>
            <a:r>
              <a:rPr dirty="0"/>
              <a:t>categories and customer segments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121410"/>
            <a:ext cx="4782312" cy="1645920"/>
          </a:xfrm>
        </p:spPr>
        <p:txBody>
          <a:bodyPr>
            <a:noAutofit/>
          </a:bodyPr>
          <a:lstStyle/>
          <a:p>
            <a:pPr marL="0" indent="0">
              <a:buNone/>
              <a:defRPr sz="1800"/>
            </a:pPr>
            <a:r>
              <a:rPr sz="1800" dirty="0"/>
              <a:t>• Encourage subscriptions with valuable benefits</a:t>
            </a:r>
          </a:p>
          <a:p>
            <a:pPr marL="0" indent="0">
              <a:buNone/>
              <a:defRPr sz="1800"/>
            </a:pPr>
            <a:r>
              <a:rPr sz="1800" dirty="0"/>
              <a:t>• Develop loyalty programs for repeat customers</a:t>
            </a:r>
          </a:p>
          <a:p>
            <a:pPr marL="0" indent="0">
              <a:buNone/>
              <a:defRPr sz="1800"/>
            </a:pPr>
            <a:r>
              <a:rPr sz="1800" dirty="0"/>
              <a:t>• Review discount strategies</a:t>
            </a:r>
          </a:p>
          <a:p>
            <a:pPr marL="0" indent="0">
              <a:buNone/>
              <a:defRPr sz="1800"/>
            </a:pPr>
            <a:r>
              <a:rPr sz="1800" dirty="0"/>
              <a:t>• Promote highly rated products</a:t>
            </a:r>
          </a:p>
          <a:p>
            <a:pPr marL="0" indent="0">
              <a:buNone/>
              <a:defRPr sz="1800"/>
            </a:pPr>
            <a:r>
              <a:rPr sz="1800" dirty="0"/>
              <a:t>• Use targeted marketing campaigns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92809"/>
            <a:ext cx="7278624" cy="1316736"/>
          </a:xfrm>
        </p:spPr>
        <p:txBody>
          <a:bodyPr/>
          <a:lstStyle/>
          <a:p>
            <a:pPr>
              <a:defRPr sz="1800"/>
            </a:pPr>
            <a:r>
              <a:rPr dirty="0"/>
              <a:t>Customer shopping analysis provides actionable insights that help improve</a:t>
            </a:r>
          </a:p>
          <a:p>
            <a:pPr>
              <a:defRPr sz="1800"/>
            </a:pPr>
            <a:r>
              <a:rPr dirty="0"/>
              <a:t>customer engagement, increase sales opportunities and support better decisions.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</TotalTime>
  <Words>309</Words>
  <Application>Microsoft Office PowerPoint</Application>
  <PresentationFormat>On-screen Show (4:3)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Calibri Light</vt:lpstr>
      <vt:lpstr>Retrospect</vt:lpstr>
      <vt:lpstr>Customer Shopping Behaviour Analysis</vt:lpstr>
      <vt:lpstr>Project Background &amp; Objective</vt:lpstr>
      <vt:lpstr>Dataset Overview</vt:lpstr>
      <vt:lpstr>Data Preparation &amp; Cleaning</vt:lpstr>
      <vt:lpstr>Customer Behaviour Analysis Using SQL</vt:lpstr>
      <vt:lpstr>SQL Analysis Results</vt:lpstr>
      <vt:lpstr>Product &amp; Customer Insights</vt:lpstr>
      <vt:lpstr>Customer Segmentation</vt:lpstr>
      <vt:lpstr>Power BI Dashboard Development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Behaviour Analysis</dc:title>
  <dc:subject/>
  <dc:creator>Navi</dc:creator>
  <cp:keywords/>
  <dc:description>generated using python-pptx</dc:description>
  <cp:lastModifiedBy>Navi</cp:lastModifiedBy>
  <cp:revision>5</cp:revision>
  <dcterms:created xsi:type="dcterms:W3CDTF">2013-01-27T09:14:16Z</dcterms:created>
  <dcterms:modified xsi:type="dcterms:W3CDTF">2026-09-23T21:32:51Z</dcterms:modified>
  <cp:category/>
</cp:coreProperties>
</file>