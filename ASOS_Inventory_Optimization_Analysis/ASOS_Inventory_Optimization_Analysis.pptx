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837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7444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503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496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9278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2162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2997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9779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7873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ASOS Python notebook, Strategic Inventory Optimization Analysis Using ASOS E-Commerce Data (1)(1).ipynb. Figures come from saved outputs. The raw CSV was not supplied. Lost_Revenue is a price-weighted stockout proxy, not measured lost revenue. Design follows the supplied Customer Shopping Behaviour Analysis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4457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3352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15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08CB982-EC69-4B19-981C-72282492FD15}"/>
              </a:ext>
            </a:extLst>
          </p:cNvPr>
          <p:cNvSpPr>
            <a:spLocks noGrp="1"/>
          </p:cNvSpPr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E75E409-D8A8-4852-BF27-DD3C3E96D183}"/>
              </a:ext>
            </a:extLst>
          </p:cNvPr>
          <p:cNvSpPr>
            <a:spLocks noGrp="1"/>
          </p:cNvSpPr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CA8838-2B06-4EC0-85AC-EBCAE1389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buNone/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90A0131-9FFE-4CF6-A30F-7D6F9830E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D3DDBD-7D21-47E6-925A-547BADE1E2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8CD62B-8BCE-47E3-91AA-1CB307CA81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EC430B-7376-45F8-A18E-6CC6C83C2F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xmlns="" id="{30F21870-2B8A-4F29-B312-DCAD36BC1A27}"/>
              </a:ext>
            </a:extLst>
          </p:cNvPr>
          <p:cNvSpPr>
            <a:spLocks noGrp="1"/>
          </p:cNvSpPr>
          <p:nvPr/>
        </p:nv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0DB717-7607-4A4A-B2F4-75CAA43A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4F7F73-5F19-4420-A49F-3F2AEEF11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7E9239-51C6-4203-99A6-34A5973333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655431-0322-437A-9193-D20FDEC711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7DBE4E-458B-4A8E-AB97-D09CD9F25B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42E3E0D-48E5-4DAB-86FA-01A55EEDDBBF}"/>
              </a:ext>
            </a:extLst>
          </p:cNvPr>
          <p:cNvSpPr>
            <a:spLocks noGrp="1"/>
          </p:cNvSpPr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69C2609-6798-4A30-B581-B93A084A04BF}"/>
              </a:ext>
            </a:extLst>
          </p:cNvPr>
          <p:cNvSpPr>
            <a:spLocks noGrp="1"/>
          </p:cNvSpPr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016734-F2D9-427A-8B42-10343C0E7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buNone/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5B3778-BE3A-4B33-AF2D-F11E402E7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E72F0B6-6BAA-476C-A00E-D95BA94751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8D1C67C-1A47-4C06-8777-B996269E83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B66921-A7BF-4B33-BD67-467EAE10D0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xmlns="" id="{0C2F18B9-9BB1-4409-A87A-C5FC8D9EB1CE}"/>
              </a:ext>
            </a:extLst>
          </p:cNvPr>
          <p:cNvSpPr>
            <a:spLocks noGrp="1"/>
          </p:cNvSpPr>
          <p:nvPr/>
        </p:nv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1D5F7BD1-7FCD-4C48-BC0E-AA412FEF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8D3744-9B70-4F89-B9F5-1258DCFF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D623517-759A-4FA1-94E1-FF03CE4FB0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0515506-6F73-4CE8-A147-F2722E9BA8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4D1DDB-6F04-40FD-A878-7F8FE398E1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E8C4F8-06C9-4422-ABD6-E548945C0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xmlns="" id="{BD163BA3-15C7-442E-83FD-6E66F75C0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42B0157-04F1-4668-974C-E2C932182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41D7FC-2588-49C9-9894-29C2145B3A8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09CC7C-D88E-4163-B476-1E866995B16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C698A04-E75F-4BCC-AEC6-4A31417E0CB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BF56F45-4DB6-4987-AEBD-D5B7E3D6F4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16CF0E8-EA32-4027-905D-4E7F06355E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0DC485D-0EE5-4F17-B1BA-765119902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E6313E-2867-4CBB-B30D-A8134ABF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996C165-78CC-4489-8ACD-202151F522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E20872-B069-4B0F-928A-E46F69D9FE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4B0A86-6AAF-4917-8556-4628788907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D05A94C-453B-43EE-91EA-01A25E3083E8}"/>
              </a:ext>
            </a:extLst>
          </p:cNvPr>
          <p:cNvSpPr>
            <a:spLocks noGrp="1"/>
          </p:cNvSpPr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B454D01-D554-4EB2-A268-DB7CADFBE548}"/>
              </a:ext>
            </a:extLst>
          </p:cNvPr>
          <p:cNvSpPr>
            <a:spLocks noGrp="1"/>
          </p:cNvSpPr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4A32DBE-6E93-45CF-96A7-7142C2F029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8115F5E-717D-4862-AFDE-5E89F41E12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604D14E-84F8-4131-8ACF-2256B6651F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B4AC225-AEC6-4075-8ABC-2D5F3A36AC88}"/>
              </a:ext>
            </a:extLst>
          </p:cNvPr>
          <p:cNvSpPr>
            <a:spLocks noGrp="1"/>
          </p:cNvSpPr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7C3B8B8-993D-4191-819F-6FF78809E630}"/>
              </a:ext>
            </a:extLst>
          </p:cNvPr>
          <p:cNvSpPr>
            <a:spLocks noGrp="1"/>
          </p:cNvSpPr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64FBAE-4868-4002-AA1B-390FC83BC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buNone/>
              <a:defRPr sz="360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AA17A6-10A9-4725-A186-9A3FED111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E35D5D4-8FEC-429F-AFDA-263EEC1EE8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F511A1C-0185-4A31-A806-619BF40FD55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95E00D-BC73-423C-BA30-64132E76C42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buNone/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FC1FCA5-93F3-484F-9949-2FC9EFC5BD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2CAF56A-0F89-4B8F-846B-715CFA15691C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D222E00-6444-4DD3-A531-585CBBE26589}"/>
              </a:ext>
            </a:extLst>
          </p:cNvPr>
          <p:cNvSpPr>
            <a:spLocks noGrp="1"/>
          </p:cNvSpPr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597295-D775-43C4-8C65-E6844B14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buNone/>
              <a:defRPr sz="360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BA2FBAC-90A1-493B-84D9-3FD26FCCF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" y="0"/>
            <a:ext cx="9143989" cy="49150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0EF578B-0C42-4B15-AB40-9C5ADE6B881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52A2A9E-E74E-4609-B966-DAF5F3756E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4CA730-BD89-434F-83B3-1FAFD6DA34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2B8691F-6BC3-4135-AD1C-4974E996C2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25C385-82D8-4389-911C-DFDBBF86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A69E320-4CDE-44BA-B70F-C746FECF6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 lIns="45720" tIns="0" rIns="45720" bIns="0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67120E-036A-4214-9398-8F163B87DB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60ECD8-0697-4824-8B6D-1265271CA5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2AE1CB-D115-473C-86A6-E38F2891CF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EB496C1-B7E3-4E6B-914F-637C9912FAD4}"/>
              </a:ext>
            </a:extLst>
          </p:cNvPr>
          <p:cNvSpPr>
            <a:spLocks noGrp="1"/>
          </p:cNvSpPr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32C9540-B8DE-4DFD-AB42-7FC8EEBFFAF3}"/>
              </a:ext>
            </a:extLst>
          </p:cNvPr>
          <p:cNvSpPr>
            <a:spLocks noGrp="1"/>
          </p:cNvSpPr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4DE0913-A7A8-4959-8F00-66253A8F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27004D0-37A1-40E8-9628-4BAA4264A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F144C4-C55C-40F9-A9EE-CA9D23EA6E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959146-5A60-41CB-A68F-DF8248D8D7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89922A-DB9E-4E4A-9FBE-B66AE0B141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1164539-5450-4D21-8D81-C3A149BB8865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DE6AAB2-5BD5-4C40-A41F-38A4A5080270}"/>
              </a:ext>
            </a:extLst>
          </p:cNvPr>
          <p:cNvSpPr>
            <a:spLocks noGrp="1"/>
          </p:cNvSpPr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F05A831-6C92-4116-9FE2-A7473975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46C65A-22A8-4D55-AEC5-650E5383D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B7242A-C3C6-4C0B-A0A6-6C40C060BD1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t>10/14/2026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347858-D42D-4B9B-ACCD-906C2C5010D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99B7FE-F78D-42B3-A915-659C2BA2ADB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xmlns="" id="{9DAA202D-29B7-4176-999A-ED9386D66B45}"/>
              </a:ext>
            </a:extLst>
          </p:cNvPr>
          <p:cNvSpPr>
            <a:spLocks noGrp="1"/>
          </p:cNvSpPr>
          <p:nvPr/>
        </p:nv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marL="91440" indent="-91440" algn="l" defTabSz="91440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38404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56692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74980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932688" indent="-18288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11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13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15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1700000" indent="-228600" algn="l" defTabSz="91440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2F4B77-8CD0-4AF4-9AE3-758C27EED1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>
            <a:defPPr>
              <a:defRPr sz="5400"/>
            </a:defPPr>
          </a:lstStyle>
          <a:p>
            <a:r>
              <a:rPr sz="5400"/>
              <a:t>ASOS E-Commerce</a:t>
            </a:r>
          </a:p>
          <a:p>
            <a:r>
              <a:rPr sz="5400"/>
              <a:t>Inventory Optimization</a:t>
            </a:r>
          </a:p>
          <a:p>
            <a:r>
              <a:rPr sz="5400"/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F985CF3-8877-43FB-9100-453DAEA14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Analysis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5060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E0011A-07C5-45FD-BD0B-E3A5D473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Background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AE0D9D-504F-444E-8970-6F475F841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rm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Analyse product prices and size availability across ASOS</a:t>
            </a:r>
          </a:p>
          <a:p>
            <a:pPr marL="0" indent="0">
              <a:buNone/>
              <a:defRPr sz="1800"/>
            </a:pPr>
            <a:r>
              <a:rPr sz="1800"/>
              <a:t>• Identify stockout patterns across products and brands</a:t>
            </a:r>
          </a:p>
          <a:p>
            <a:pPr marL="0" indent="0">
              <a:buNone/>
              <a:defRPr sz="1800"/>
            </a:pPr>
            <a:r>
              <a:rPr sz="1800"/>
              <a:t>• Support inventory planning and replenishment reviews</a:t>
            </a:r>
          </a:p>
        </p:txBody>
      </p:sp>
    </p:spTree>
    <p:extLst>
      <p:ext uri="{BB962C8B-B14F-4D97-AF65-F5344CB8AC3E}">
        <p14:creationId xmlns:p14="http://schemas.microsoft.com/office/powerpoint/2010/main" val="46489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90D2F1-0AF4-4095-8C60-8EA7193B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EF59C9-4B5A-4CF1-BAAF-6DC521AE7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rm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Source: products_asos.csv</a:t>
            </a:r>
          </a:p>
          <a:p>
            <a:pPr marL="0" indent="0">
              <a:buNone/>
              <a:defRPr sz="1800"/>
            </a:pPr>
            <a:r>
              <a:rPr sz="1800"/>
              <a:t>• Loaded records: 30,845 across 9 original columns</a:t>
            </a:r>
          </a:p>
          <a:p>
            <a:pPr marL="0" indent="0">
              <a:buNone/>
              <a:defRPr sz="1800"/>
            </a:pPr>
            <a:r>
              <a:rPr sz="1800"/>
              <a:t>• Fields include SKU, price, size availability and description</a:t>
            </a:r>
          </a:p>
          <a:p>
            <a:pPr marL="0" indent="0">
              <a:buNone/>
              <a:defRPr sz="1800"/>
            </a:pPr>
            <a:r>
              <a:rPr sz="1800"/>
              <a:t>• Catalogue records do not represent sales transactions</a:t>
            </a:r>
          </a:p>
        </p:txBody>
      </p:sp>
    </p:spTree>
    <p:extLst>
      <p:ext uri="{BB962C8B-B14F-4D97-AF65-F5344CB8AC3E}">
        <p14:creationId xmlns:p14="http://schemas.microsoft.com/office/powerpoint/2010/main" val="121402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20306C-70A8-446A-AE43-1869072DD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8AE1F-D697-44EF-B32C-245D350CF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rm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Skip malformed CSV lines during loading</a:t>
            </a:r>
          </a:p>
          <a:p>
            <a:pPr marL="0" indent="0">
              <a:buNone/>
              <a:defRPr sz="1800"/>
            </a:pPr>
            <a:r>
              <a:rPr sz="1800"/>
              <a:t>• Convert prices to numeric values and remove invalid prices</a:t>
            </a:r>
          </a:p>
          <a:p>
            <a:pPr marL="0" indent="0">
              <a:buNone/>
              <a:defRPr sz="1800"/>
            </a:pPr>
            <a:r>
              <a:rPr sz="1800"/>
              <a:t>• Convert descriptions to strings for brand extraction</a:t>
            </a:r>
          </a:p>
          <a:p>
            <a:pPr marL="0" indent="0">
              <a:buNone/>
              <a:defRPr sz="1800"/>
            </a:pPr>
            <a:r>
              <a:rPr sz="1800"/>
              <a:t>• Retain brands with more than 5 records for analysis</a:t>
            </a:r>
          </a:p>
        </p:txBody>
      </p:sp>
    </p:spTree>
    <p:extLst>
      <p:ext uri="{BB962C8B-B14F-4D97-AF65-F5344CB8AC3E}">
        <p14:creationId xmlns:p14="http://schemas.microsoft.com/office/powerpoint/2010/main" val="56905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ABA790-776F-4AC0-9F63-21CE4E39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Inventory Analysis 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0331E8-9FFA-4EF5-9565-1C64290CA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rm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 b="1"/>
              <a:t>Business questions analysed:</a:t>
            </a:r>
            <a:endParaRPr b="1"/>
          </a:p>
          <a:p>
            <a:pPr marL="0" indent="0">
              <a:buNone/>
              <a:defRPr sz="1800"/>
            </a:pPr>
            <a:r>
              <a:rPr sz="1800"/>
              <a:t>• Which products have the highest stockout exposure?</a:t>
            </a:r>
          </a:p>
          <a:p>
            <a:pPr marL="0" indent="0">
              <a:buNone/>
              <a:defRPr sz="1800"/>
            </a:pPr>
            <a:r>
              <a:rPr sz="1800"/>
              <a:t>• How do stockout rates vary across brands?</a:t>
            </a:r>
            <a:endParaRPr/>
          </a:p>
          <a:p>
            <a:pPr marL="0" indent="0">
              <a:buNone/>
              <a:defRPr sz="1800"/>
            </a:pPr>
            <a:r>
              <a:rPr sz="1800"/>
              <a:t>• How does average price relate to availability?</a:t>
            </a:r>
          </a:p>
          <a:p>
            <a:pPr marL="0" indent="0">
              <a:buNone/>
              <a:defRPr sz="1800"/>
            </a:pPr>
            <a:r>
              <a:rPr sz="1800"/>
              <a:t>• Which products need further replenishment review?</a:t>
            </a:r>
          </a:p>
        </p:txBody>
      </p:sp>
    </p:spTree>
    <p:extLst>
      <p:ext uri="{BB962C8B-B14F-4D97-AF65-F5344CB8AC3E}">
        <p14:creationId xmlns:p14="http://schemas.microsoft.com/office/powerpoint/2010/main" val="128494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744572-CC60-4E0B-BA4D-2A8E9938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Stockout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BA3F25-01FD-492A-9AAE-289B4CCA9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rm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Stockout count: size entries marked out of stock</a:t>
            </a:r>
          </a:p>
          <a:p>
            <a:pPr marL="0" indent="0">
              <a:buNone/>
              <a:defRPr sz="1800"/>
            </a:pPr>
            <a:r>
              <a:rPr sz="1800"/>
              <a:t>• Stockout rate: unavailable entries / total size entries</a:t>
            </a:r>
          </a:p>
          <a:p>
            <a:pPr marL="0" indent="0">
              <a:buNone/>
              <a:defRPr sz="1800"/>
            </a:pPr>
            <a:r>
              <a:rPr sz="1800"/>
              <a:t>• Exposure proxy: product price × stockout count</a:t>
            </a:r>
          </a:p>
          <a:p>
            <a:pPr marL="0" indent="0">
              <a:buNone/>
              <a:defRPr sz="1800"/>
            </a:pPr>
            <a:r>
              <a:rPr sz="1800"/>
              <a:t>• Example: price 50 × 3 unavailable entries = 150</a:t>
            </a:r>
          </a:p>
          <a:p>
            <a:pPr marL="0" indent="0">
              <a:buNone/>
              <a:defRPr sz="1800"/>
            </a:pPr>
            <a:r>
              <a:rPr sz="1800"/>
              <a:t>• Actual lost sales require customer demand data</a:t>
            </a:r>
          </a:p>
        </p:txBody>
      </p:sp>
    </p:spTree>
    <p:extLst>
      <p:ext uri="{BB962C8B-B14F-4D97-AF65-F5344CB8AC3E}">
        <p14:creationId xmlns:p14="http://schemas.microsoft.com/office/powerpoint/2010/main" val="105681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E03F5B-2702-4C1A-8FC1-F4C2094A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Brand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CCE6E0-E57A-4B0D-BD2C-EA47CB63C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rm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ASOS has 4,844 records among retained brand labels</a:t>
            </a:r>
          </a:p>
          <a:p>
            <a:pPr marL="0" indent="0">
              <a:buNone/>
              <a:defRPr sz="1800"/>
            </a:pPr>
            <a:r>
              <a:rPr sz="1800"/>
              <a:t>• Top Shop has 711 and New Look has 511 records</a:t>
            </a:r>
          </a:p>
          <a:p>
            <a:pPr marL="0" indent="0">
              <a:buNone/>
              <a:defRPr sz="1800"/>
            </a:pPr>
            <a:r>
              <a:rPr sz="1800"/>
              <a:t>• Barbour jacket: 219 × 9 stockouts = 1,971 exposure</a:t>
            </a:r>
          </a:p>
          <a:p>
            <a:pPr marL="0" indent="0">
              <a:buNone/>
              <a:defRPr sz="1800"/>
            </a:pPr>
            <a:r>
              <a:rPr sz="1800"/>
              <a:t>• The Barbour row has the highest saved exposure score</a:t>
            </a:r>
          </a:p>
          <a:p>
            <a:pPr marL="0" indent="0">
              <a:buNone/>
              <a:defRPr sz="1800"/>
            </a:pPr>
            <a:r>
              <a:rPr sz="1800"/>
              <a:t>• Counts describe catalogue representation, not sales</a:t>
            </a:r>
          </a:p>
        </p:txBody>
      </p:sp>
    </p:spTree>
    <p:extLst>
      <p:ext uri="{BB962C8B-B14F-4D97-AF65-F5344CB8AC3E}">
        <p14:creationId xmlns:p14="http://schemas.microsoft.com/office/powerpoint/2010/main" val="1170757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81F9F3-9F98-4DFE-A101-F10EB83E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Strategy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FC41CC-22CB-464A-B7F1-AA19A2B79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Group products by the extracted brand label</a:t>
            </a:r>
          </a:p>
          <a:p>
            <a:pPr marL="0" indent="0">
              <a:buNone/>
              <a:defRPr sz="1800"/>
            </a:pPr>
            <a:r>
              <a:rPr sz="1800"/>
              <a:t>• Compare mean price with mean product stockout rate</a:t>
            </a:r>
          </a:p>
          <a:p>
            <a:pPr marL="0" indent="0">
              <a:buNone/>
              <a:defRPr sz="1800"/>
            </a:pPr>
            <a:r>
              <a:rPr sz="1800"/>
              <a:t>• Bubble size represents total stockout exposure</a:t>
            </a:r>
          </a:p>
          <a:p>
            <a:pPr marL="0" indent="0">
              <a:buNone/>
              <a:defRPr sz="1800"/>
            </a:pPr>
            <a:r>
              <a:rPr sz="1800"/>
              <a:t>• Reference thresholds: price 40 and stockout rate 40%</a:t>
            </a:r>
          </a:p>
          <a:p>
            <a:pPr marL="0" indent="0">
              <a:buNone/>
              <a:defRPr sz="1800"/>
            </a:pPr>
            <a:r>
              <a:rPr sz="1800"/>
              <a:t>• Chart includes brands with more than 10 records</a:t>
            </a:r>
          </a:p>
        </p:txBody>
      </p:sp>
    </p:spTree>
    <p:extLst>
      <p:ext uri="{BB962C8B-B14F-4D97-AF65-F5344CB8AC3E}">
        <p14:creationId xmlns:p14="http://schemas.microsoft.com/office/powerpoint/2010/main" val="700349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FEA9C5-35D4-4756-AED4-0FEE21CB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97FD83-BDD8-4F30-972A-8DC0E1C1C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/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Repeated SKUs may inflate counts and exposure totals</a:t>
            </a:r>
          </a:p>
          <a:p>
            <a:pPr marL="0" indent="0">
              <a:buNone/>
              <a:defRPr sz="1800"/>
            </a:pPr>
            <a:r>
              <a:rPr sz="1800"/>
              <a:t>• Brand extraction can produce incomplete or merged names</a:t>
            </a:r>
          </a:p>
          <a:p>
            <a:pPr marL="0" indent="0">
              <a:buNone/>
              <a:defRPr sz="1800"/>
            </a:pPr>
            <a:r>
              <a:rPr sz="1800"/>
              <a:t>• Some size entries need validation for duplicates</a:t>
            </a:r>
          </a:p>
          <a:p>
            <a:pPr marL="0" indent="0">
              <a:buNone/>
              <a:defRPr sz="1800"/>
            </a:pPr>
            <a:r>
              <a:rPr sz="1800"/>
              <a:t>• Price and stockouts alone cannot establish profitability</a:t>
            </a:r>
          </a:p>
          <a:p>
            <a:pPr marL="0" indent="0">
              <a:buNone/>
              <a:defRPr sz="1800"/>
            </a:pPr>
            <a:r>
              <a:rPr sz="1800"/>
              <a:t>• Sales history is needed to confirm unmet demand</a:t>
            </a:r>
          </a:p>
        </p:txBody>
      </p:sp>
    </p:spTree>
    <p:extLst>
      <p:ext uri="{BB962C8B-B14F-4D97-AF65-F5344CB8AC3E}">
        <p14:creationId xmlns:p14="http://schemas.microsoft.com/office/powerpoint/2010/main" val="1649784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0D0133-DBD7-4A2F-8609-72A4483E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19E617-6A5F-48B6-878C-50A2CD2E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>
            <a:noAutofit/>
          </a:bodyPr>
          <a:lstStyle>
            <a:defPPr>
              <a:defRPr sz="1800"/>
            </a:defPPr>
          </a:lstStyle>
          <a:p>
            <a:pPr marL="0" indent="0">
              <a:buNone/>
              <a:defRPr sz="1800"/>
            </a:pPr>
            <a:r>
              <a:rPr sz="1800"/>
              <a:t>• Validate high-exposure products and their size listings</a:t>
            </a:r>
          </a:p>
          <a:p>
            <a:pPr marL="0" indent="0">
              <a:buNone/>
              <a:defRPr sz="1800"/>
            </a:pPr>
            <a:r>
              <a:rPr sz="1800"/>
              <a:t>• Review repeated stockouts with replenishment teams</a:t>
            </a:r>
          </a:p>
          <a:p>
            <a:pPr marL="0" indent="0">
              <a:buNone/>
              <a:defRPr sz="1800"/>
            </a:pPr>
            <a:r>
              <a:rPr sz="1800"/>
              <a:t>• Use size-level sales history to guide purchasing</a:t>
            </a:r>
          </a:p>
          <a:p>
            <a:pPr marL="0" indent="0">
              <a:buNone/>
              <a:defRPr sz="1800"/>
            </a:pPr>
            <a:r>
              <a:rPr sz="1800"/>
              <a:t>• Check margins before reallocating brand budgets</a:t>
            </a:r>
          </a:p>
          <a:p>
            <a:pPr marL="0" indent="0">
              <a:buNone/>
              <a:defRPr sz="1800"/>
            </a:pPr>
            <a:r>
              <a:rPr sz="1800"/>
              <a:t>• Track availability over time to confirm persistent gaps</a:t>
            </a:r>
          </a:p>
        </p:txBody>
      </p:sp>
    </p:spTree>
    <p:extLst>
      <p:ext uri="{BB962C8B-B14F-4D97-AF65-F5344CB8AC3E}">
        <p14:creationId xmlns:p14="http://schemas.microsoft.com/office/powerpoint/2010/main" val="92181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6C9A1B-8234-484E-BBA7-1379411E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C1F765-CAD4-4852-8E31-BDCD0B9A1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047875"/>
            <a:ext cx="7543800" cy="3714750"/>
          </a:xfrm>
        </p:spPr>
        <p:txBody>
          <a:bodyPr/>
          <a:lstStyle>
            <a:defPPr>
              <a:defRPr sz="1800"/>
            </a:defPPr>
          </a:lstStyle>
          <a:p>
            <a:pPr>
              <a:buNone/>
              <a:defRPr sz="1800"/>
            </a:pPr>
            <a:r>
              <a:rPr sz="1800"/>
              <a:t>The analysis highlights products and brands that warrant an inventory review.</a:t>
            </a:r>
          </a:p>
          <a:p>
            <a:pPr>
              <a:buNone/>
              <a:defRPr sz="1800"/>
            </a:pPr>
            <a:endParaRPr sz="1800"/>
          </a:p>
          <a:p>
            <a:pPr>
              <a:buNone/>
              <a:defRPr sz="1800"/>
            </a:pPr>
            <a:r>
              <a:rPr sz="1800"/>
              <a:t>Validated stockout data, combined with sales and margin information, can support better replenishment and purchasing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8651306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DocSecurity>0</DocSecurity>
  <PresentationFormat>On-screen Show (4:3)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ASOS E-Commerce Inventory Optimization Analysis</vt:lpstr>
      <vt:lpstr>Project Background &amp; Objective</vt:lpstr>
      <vt:lpstr>Dataset Overview</vt:lpstr>
      <vt:lpstr>Data Preparation &amp; Cleaning</vt:lpstr>
      <vt:lpstr>Inventory Analysis Using Python</vt:lpstr>
      <vt:lpstr>Stockout Metrics</vt:lpstr>
      <vt:lpstr>Product &amp; Brand Insights</vt:lpstr>
      <vt:lpstr>Brand Strategy Analysis</vt:lpstr>
      <vt:lpstr>Data Quality &amp; Limitations</vt:lpstr>
      <vt:lpstr>Business Recommendations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Navi</cp:lastModifiedBy>
  <cp:revision>1</cp:revision>
  <dcterms:created xsi:type="dcterms:W3CDTF">2026-10-14T22:43:07Z</dcterms:created>
  <dcterms:modified xsi:type="dcterms:W3CDTF">2026-10-14T23:59:24Z</dcterms:modified>
</cp:coreProperties>
</file>