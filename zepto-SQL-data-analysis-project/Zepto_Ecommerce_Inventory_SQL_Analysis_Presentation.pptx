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8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8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3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4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9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9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1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8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01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5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83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90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44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99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0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Zepto</a:t>
            </a:r>
            <a:r>
              <a:rPr dirty="0"/>
              <a:t> E-Commerce Inventory SQL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Data Analyst Portfolio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Zepto</a:t>
            </a:r>
            <a:r>
              <a:rPr dirty="0"/>
              <a:t> inventory data using SQL to understand product performance, pricing strategies, stock availability and category trends.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/>
            </a:pPr>
            <a:r>
              <a:rPr dirty="0"/>
              <a:t>SKU-based inventory dataset containing:</a:t>
            </a:r>
          </a:p>
          <a:p>
            <a:pPr marL="0" indent="0">
              <a:buNone/>
              <a:defRPr sz="1800"/>
            </a:pPr>
            <a:r>
              <a:rPr dirty="0"/>
              <a:t>• Product ID</a:t>
            </a:r>
          </a:p>
          <a:p>
            <a:pPr marL="0" indent="0">
              <a:buNone/>
              <a:defRPr sz="1800"/>
            </a:pPr>
            <a:r>
              <a:rPr dirty="0"/>
              <a:t>• Categories</a:t>
            </a:r>
          </a:p>
          <a:p>
            <a:pPr marL="0" indent="0">
              <a:buNone/>
              <a:defRPr sz="1800"/>
            </a:pPr>
            <a:r>
              <a:rPr dirty="0"/>
              <a:t>• Product names</a:t>
            </a:r>
          </a:p>
          <a:p>
            <a:pPr marL="0" indent="0">
              <a:buNone/>
              <a:defRPr sz="1800"/>
            </a:pPr>
            <a:r>
              <a:rPr dirty="0"/>
              <a:t>• MRP</a:t>
            </a:r>
          </a:p>
          <a:p>
            <a:pPr marL="0" indent="0">
              <a:buNone/>
              <a:defRPr sz="1800"/>
            </a:pPr>
            <a:r>
              <a:rPr dirty="0"/>
              <a:t>• Discount percentage</a:t>
            </a:r>
          </a:p>
          <a:p>
            <a:pPr marL="0" indent="0">
              <a:buNone/>
              <a:defRPr sz="1800"/>
            </a:pPr>
            <a:r>
              <a:rPr dirty="0"/>
              <a:t>• Selling price</a:t>
            </a:r>
          </a:p>
          <a:p>
            <a:pPr marL="0" indent="0">
              <a:buNone/>
              <a:defRPr sz="1800"/>
            </a:pPr>
            <a:r>
              <a:rPr dirty="0"/>
              <a:t>• Inventory quantity</a:t>
            </a:r>
          </a:p>
          <a:p>
            <a:pPr marL="0" indent="0">
              <a:buNone/>
              <a:defRPr sz="1800"/>
            </a:pPr>
            <a:r>
              <a:rPr dirty="0"/>
              <a:t>• Weight and availability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SQL preparation:</a:t>
            </a:r>
          </a:p>
          <a:p>
            <a:pPr marL="0" indent="0">
              <a:buNone/>
              <a:defRPr sz="1800"/>
            </a:pPr>
            <a:r>
              <a:rPr dirty="0"/>
              <a:t>• Check records and structure</a:t>
            </a:r>
          </a:p>
          <a:p>
            <a:pPr marL="0" indent="0">
              <a:buNone/>
              <a:defRPr sz="1800"/>
            </a:pPr>
            <a:r>
              <a:rPr dirty="0"/>
              <a:t>• Identify missing values</a:t>
            </a:r>
          </a:p>
          <a:p>
            <a:pPr marL="0" indent="0">
              <a:buNone/>
              <a:defRPr sz="1800"/>
            </a:pPr>
            <a:r>
              <a:rPr dirty="0"/>
              <a:t>• Remove invalid zero-price records</a:t>
            </a:r>
          </a:p>
          <a:p>
            <a:pPr marL="0" indent="0">
              <a:buNone/>
              <a:defRPr sz="1800"/>
            </a:pPr>
            <a:r>
              <a:rPr dirty="0"/>
              <a:t>• Convert </a:t>
            </a:r>
            <a:r>
              <a:rPr dirty="0" err="1"/>
              <a:t>paise</a:t>
            </a:r>
            <a:r>
              <a:rPr dirty="0"/>
              <a:t> into rupees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Analysis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Business analysis includes:</a:t>
            </a:r>
          </a:p>
          <a:p>
            <a:pPr marL="0" indent="0">
              <a:buNone/>
              <a:defRPr sz="1800"/>
            </a:pPr>
            <a:r>
              <a:rPr dirty="0"/>
              <a:t>• Highest discount products</a:t>
            </a:r>
          </a:p>
          <a:p>
            <a:pPr marL="0" indent="0">
              <a:buNone/>
              <a:defRPr sz="1800"/>
            </a:pPr>
            <a:r>
              <a:rPr dirty="0"/>
              <a:t>• High-value out-of-stock products</a:t>
            </a:r>
          </a:p>
          <a:p>
            <a:pPr marL="0" indent="0">
              <a:buNone/>
              <a:defRPr sz="1800"/>
            </a:pPr>
            <a:r>
              <a:rPr dirty="0"/>
              <a:t>• Revenue potential by category</a:t>
            </a:r>
          </a:p>
          <a:p>
            <a:pPr marL="0" indent="0">
              <a:buNone/>
              <a:defRPr sz="1800"/>
            </a:pPr>
            <a:r>
              <a:rPr dirty="0"/>
              <a:t>• Pricing analysis</a:t>
            </a:r>
          </a:p>
          <a:p>
            <a:pPr marL="0" indent="0">
              <a:buNone/>
              <a:defRPr sz="1800"/>
            </a:pPr>
            <a:r>
              <a:rPr dirty="0"/>
              <a:t>• Product value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Identifies products with highest discount percentage compared with original MRP to understand customer attraction.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Out-of-Stock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Finds high MRP unavailable products to help prioritize inventory replenishment and reduce missed sales.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Potential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Estimated revenue calculated using discounted selling price multiplied by available inventory quantity.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Strategy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Analyses expensive products with low discounts and category-level discount strategies.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Value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Price per gram analysis identifies better value products based on weight and selling price.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Products grouped into:</a:t>
            </a:r>
          </a:p>
          <a:p>
            <a:pPr marL="0" indent="0">
              <a:buNone/>
              <a:defRPr sz="1800"/>
            </a:pPr>
            <a:r>
              <a:rPr dirty="0"/>
              <a:t>• Low Weight</a:t>
            </a:r>
          </a:p>
          <a:p>
            <a:pPr marL="0" indent="0">
              <a:buNone/>
              <a:defRPr sz="1800"/>
            </a:pPr>
            <a:r>
              <a:rPr dirty="0"/>
              <a:t>• Medium Weight</a:t>
            </a:r>
          </a:p>
          <a:p>
            <a:pPr marL="0" indent="0">
              <a:buNone/>
              <a:defRPr sz="1800"/>
            </a:pPr>
            <a:r>
              <a:rPr dirty="0"/>
              <a:t>• Bulk Weight</a:t>
            </a:r>
          </a:p>
          <a:p>
            <a:pPr>
              <a:defRPr sz="1800"/>
            </a:pPr>
            <a:r>
              <a:rPr dirty="0"/>
              <a:t>using SQL CASE statements.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• Maintain stock of high-value products</a:t>
            </a:r>
          </a:p>
          <a:p>
            <a:pPr marL="0" indent="0">
              <a:buNone/>
              <a:defRPr sz="1800"/>
            </a:pPr>
            <a:r>
              <a:rPr dirty="0"/>
              <a:t>• Review discount strategies</a:t>
            </a:r>
          </a:p>
          <a:p>
            <a:pPr marL="0" indent="0">
              <a:buNone/>
              <a:defRPr sz="1800"/>
            </a:pPr>
            <a:r>
              <a:rPr dirty="0"/>
              <a:t>• Optimize inventory allocation</a:t>
            </a:r>
          </a:p>
          <a:p>
            <a:pPr marL="0" indent="0">
              <a:buNone/>
              <a:defRPr sz="1800"/>
            </a:pPr>
            <a:r>
              <a:rPr dirty="0"/>
              <a:t>• Monitor out-of-stock products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237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Zepto E-Commerce Inventory SQL Analysis</vt:lpstr>
      <vt:lpstr>Project Objective</vt:lpstr>
      <vt:lpstr>Dataset Overview</vt:lpstr>
      <vt:lpstr>Data Cleaning Process</vt:lpstr>
      <vt:lpstr>Inventory Analysis Using SQL</vt:lpstr>
      <vt:lpstr>Discount Analysis</vt:lpstr>
      <vt:lpstr>Out-of-Stock Analysis</vt:lpstr>
      <vt:lpstr>Revenue Potential Analysis</vt:lpstr>
      <vt:lpstr>Pricing Strategy Insights</vt:lpstr>
      <vt:lpstr>Product Value Analysis</vt:lpstr>
      <vt:lpstr>Weight Classification</vt:lpstr>
      <vt:lpstr>Business Recommendations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E-Commerce Inventory SQL Analysis</dc:title>
  <dc:subject/>
  <dc:creator>Navi</dc:creator>
  <cp:keywords/>
  <dc:description>generated using python-pptx</dc:description>
  <cp:lastModifiedBy>Navi</cp:lastModifiedBy>
  <cp:revision>2</cp:revision>
  <dcterms:created xsi:type="dcterms:W3CDTF">2013-01-27T09:14:16Z</dcterms:created>
  <dcterms:modified xsi:type="dcterms:W3CDTF">2026-09-23T22:46:00Z</dcterms:modified>
  <cp:category/>
</cp:coreProperties>
</file>